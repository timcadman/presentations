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sz="5500">
                <a:solidFill>
                  <a:srgbClr val="4285F4"/>
                </a:solidFill>
                <a:latin typeface="Bebas Neue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 sz="2500">
                <a:solidFill>
                  <a:srgbClr val="4285F4"/>
                </a:solidFill>
                <a:latin typeface="IBM Plex Mono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Author"/>
          <p:cNvSpPr txBox="1"/>
          <p:nvPr/>
        </p:nvSpPr>
        <p:spPr>
          <a:xfrm>
            <a:off x="640080" y="42291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lang="en-US" b="1">
                <a:solidFill>
                  <a:srgbClr val="000000"/>
                </a:solidFill>
                <a:latin typeface="Nunito"/>
              </a:rPr>
              <a:t>Tim Cadman</a:t>
            </a:r>
          </a:p>
          <a:p>
            <a:r>
              <a:rPr sz="1100" lang="en-US">
                <a:solidFill>
                  <a:srgbClr val="000000"/>
                </a:solidFill>
                <a:latin typeface="Nunito"/>
              </a:rPr>
              <a:t>Senior Data Scientist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7863840" cy="0"/>
          </a:xfrm>
        </p:spPr>
        <p:txBody>
          <a:bodyPr/>
          <a:lstStyle>
            <a:lvl1pPr>
              <a:defRPr sz="3600">
                <a:solidFill>
                  <a:srgbClr val="4285F4"/>
                </a:solidFill>
                <a:latin typeface="Bebas Neue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0"/>
            <a:ext cx="7863840" cy="0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sz="1800">
                <a:solidFill>
                  <a:srgbClr val="4285F4"/>
                </a:solidFill>
                <a:latin typeface="IBM Plex Mono"/>
              </a:defRPr>
            </a:lvl1pPr>
            <a:lvl2pPr marL="228600" indent="-228600">
              <a:buFont typeface="Arial"/>
              <a:buChar char="•"/>
              <a:defRPr sz="1600">
                <a:solidFill>
                  <a:srgbClr val="000000"/>
                </a:solidFill>
                <a:latin typeface="Nunito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600">
                <a:solidFill>
                  <a:srgbClr val="4285F4"/>
                </a:solidFill>
                <a:latin typeface="Bebas Neue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sz="1800">
                <a:solidFill>
                  <a:srgbClr val="4285F4"/>
                </a:solidFill>
                <a:latin typeface="IBM Plex Mono"/>
              </a:defRPr>
            </a:lvl1pPr>
            <a:lvl2pPr marL="228600" indent="-228600">
              <a:buFont typeface="Arial"/>
              <a:buChar char="•"/>
              <a:defRPr sz="1600">
                <a:solidFill>
                  <a:srgbClr val="000000"/>
                </a:solidFill>
                <a:latin typeface="Nunito"/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7863840" cy="0"/>
          </a:xfrm>
        </p:spPr>
        <p:txBody>
          <a:bodyPr/>
          <a:lstStyle>
            <a:lvl1pPr>
              <a:defRPr sz="3600">
                <a:solidFill>
                  <a:srgbClr val="4285F4"/>
                </a:solidFill>
                <a:latin typeface="Bebas Neue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200151"/>
            <a:ext cx="3855720" cy="3394472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sz="1800">
                <a:solidFill>
                  <a:srgbClr val="4285F4"/>
                </a:solidFill>
                <a:latin typeface="IBM Plex Mono"/>
              </a:defRPr>
            </a:lvl1pPr>
            <a:lvl2pPr marL="228600" indent="-228600">
              <a:buFont typeface="Arial"/>
              <a:buChar char="•"/>
              <a:defRPr sz="1600">
                <a:solidFill>
                  <a:srgbClr val="000000"/>
                </a:solidFill>
                <a:latin typeface="Nunito"/>
              </a:defRPr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3855720" cy="3394472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sz="1800">
                <a:solidFill>
                  <a:srgbClr val="4285F4"/>
                </a:solidFill>
                <a:latin typeface="IBM Plex Mono"/>
              </a:defRPr>
            </a:lvl1pPr>
            <a:lvl2pPr marL="228600" indent="-228600">
              <a:buFont typeface="Arial"/>
              <a:buChar char="•"/>
              <a:defRPr sz="1600">
                <a:solidFill>
                  <a:srgbClr val="000000"/>
                </a:solidFill>
                <a:latin typeface="Nunito"/>
              </a:defRPr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7863840" cy="0"/>
          </a:xfrm>
        </p:spPr>
        <p:txBody>
          <a:bodyPr/>
          <a:lstStyle>
            <a:lvl1pPr>
              <a:defRPr sz="3600">
                <a:solidFill>
                  <a:srgbClr val="4285F4"/>
                </a:solidFill>
                <a:latin typeface="Bebas Neue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151335"/>
            <a:ext cx="3857308" cy="479822"/>
          </a:xfrm>
        </p:spPr>
        <p:txBody>
          <a:bodyPr anchor="b"/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sz="1800">
                <a:solidFill>
                  <a:srgbClr val="4285F4"/>
                </a:solidFill>
                <a:latin typeface="IBM Plex Mono"/>
              </a:defRPr>
            </a:lvl1pPr>
            <a:lvl2pPr marL="228600" indent="-228600">
              <a:buFont typeface="Arial"/>
              <a:buChar char="•"/>
              <a:defRPr sz="1600">
                <a:solidFill>
                  <a:srgbClr val="000000"/>
                </a:solidFill>
                <a:latin typeface="Nunito"/>
              </a:defRPr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1631156"/>
            <a:ext cx="3857308" cy="2963466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sz="1800">
                <a:solidFill>
                  <a:srgbClr val="4285F4"/>
                </a:solidFill>
                <a:latin typeface="IBM Plex Mono"/>
              </a:defRPr>
            </a:lvl1pPr>
            <a:lvl2pPr marL="228600" indent="-228600">
              <a:buFont typeface="Arial"/>
              <a:buChar char="•"/>
              <a:defRPr sz="1600">
                <a:solidFill>
                  <a:srgbClr val="000000"/>
                </a:solidFill>
                <a:latin typeface="Nunito"/>
              </a:defRPr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3858894" cy="479822"/>
          </a:xfrm>
        </p:spPr>
        <p:txBody>
          <a:bodyPr anchor="b"/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sz="1800">
                <a:solidFill>
                  <a:srgbClr val="4285F4"/>
                </a:solidFill>
                <a:latin typeface="IBM Plex Mono"/>
              </a:defRPr>
            </a:lvl1pPr>
            <a:lvl2pPr marL="228600" indent="-228600">
              <a:buFont typeface="Arial"/>
              <a:buChar char="•"/>
              <a:defRPr sz="1600">
                <a:solidFill>
                  <a:srgbClr val="000000"/>
                </a:solidFill>
                <a:latin typeface="Nunito"/>
              </a:defRPr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3858894" cy="2963466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sz="1800">
                <a:solidFill>
                  <a:srgbClr val="4285F4"/>
                </a:solidFill>
                <a:latin typeface="IBM Plex Mono"/>
              </a:defRPr>
            </a:lvl1pPr>
            <a:lvl2pPr marL="228600" indent="-228600">
              <a:buFont typeface="Arial"/>
              <a:buChar char="•"/>
              <a:defRPr sz="1600">
                <a:solidFill>
                  <a:srgbClr val="000000"/>
                </a:solidFill>
                <a:latin typeface="Nunito"/>
              </a:defRPr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7863840" cy="0"/>
          </a:xfrm>
        </p:spPr>
        <p:txBody>
          <a:bodyPr/>
          <a:lstStyle>
            <a:lvl1pPr>
              <a:defRPr sz="3600">
                <a:solidFill>
                  <a:srgbClr val="4285F4"/>
                </a:solidFill>
                <a:latin typeface="Bebas Neue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04787"/>
            <a:ext cx="2825434" cy="871538"/>
          </a:xfrm>
        </p:spPr>
        <p:txBody>
          <a:bodyPr anchor="b"/>
          <a:lstStyle>
            <a:lvl1pPr algn="l">
              <a:defRPr sz="3600">
                <a:solidFill>
                  <a:srgbClr val="4285F4"/>
                </a:solidFill>
                <a:latin typeface="Bebas Neue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4928870" cy="4389835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sz="1800">
                <a:solidFill>
                  <a:srgbClr val="4285F4"/>
                </a:solidFill>
                <a:latin typeface="IBM Plex Mono"/>
              </a:defRPr>
            </a:lvl1pPr>
            <a:lvl2pPr marL="228600" indent="-228600">
              <a:buFont typeface="Arial"/>
              <a:buChar char="•"/>
              <a:defRPr sz="1600">
                <a:solidFill>
                  <a:srgbClr val="000000"/>
                </a:solidFill>
                <a:latin typeface="Nunito"/>
              </a:defRPr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0" y="1076326"/>
            <a:ext cx="2825434" cy="3518297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sz="1800">
                <a:solidFill>
                  <a:srgbClr val="4285F4"/>
                </a:solidFill>
                <a:latin typeface="IBM Plex Mono"/>
              </a:defRPr>
            </a:lvl1pPr>
            <a:lvl2pPr marL="228600" indent="-228600">
              <a:buFont typeface="Arial"/>
              <a:buChar char="•"/>
              <a:defRPr sz="1600">
                <a:solidFill>
                  <a:srgbClr val="000000"/>
                </a:solidFill>
                <a:latin typeface="Nunito"/>
              </a:defRPr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3600">
                <a:solidFill>
                  <a:srgbClr val="4285F4"/>
                </a:solidFill>
                <a:latin typeface="Bebas Neue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sz="1800">
                <a:solidFill>
                  <a:srgbClr val="4285F4"/>
                </a:solidFill>
                <a:latin typeface="IBM Plex Mono"/>
              </a:defRPr>
            </a:lvl1pPr>
            <a:lvl2pPr marL="228600" indent="-228600">
              <a:buFont typeface="Arial"/>
              <a:buChar char="•"/>
              <a:defRPr sz="1600">
                <a:solidFill>
                  <a:srgbClr val="000000"/>
                </a:solidFill>
                <a:latin typeface="Nunito"/>
              </a:defRPr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0"/>
            <a:ext cx="7863840" cy="0"/>
          </a:xfrm>
        </p:spPr>
        <p:txBody>
          <a:bodyPr/>
          <a:lstStyle>
            <a:lvl1pPr>
              <a:defRPr sz="3600">
                <a:solidFill>
                  <a:srgbClr val="4285F4"/>
                </a:solidFill>
                <a:latin typeface="Bebas Neue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0"/>
            <a:ext cx="7863840" cy="0"/>
          </a:xfrm>
        </p:spPr>
        <p:txBody>
          <a:bodyPr vert="eaVert"/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sz="1800">
                <a:solidFill>
                  <a:srgbClr val="4285F4"/>
                </a:solidFill>
                <a:latin typeface="IBM Plex Mono"/>
              </a:defRPr>
            </a:lvl1pPr>
            <a:lvl2pPr marL="228600" indent="-228600">
              <a:buFont typeface="Arial"/>
              <a:buChar char="•"/>
              <a:defRPr sz="1600">
                <a:solidFill>
                  <a:srgbClr val="000000"/>
                </a:solidFill>
                <a:latin typeface="Nunito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1874520" cy="4388644"/>
          </a:xfrm>
        </p:spPr>
        <p:txBody>
          <a:bodyPr vert="eaVert"/>
          <a:lstStyle>
            <a:lvl1pPr>
              <a:defRPr sz="3600">
                <a:solidFill>
                  <a:srgbClr val="4285F4"/>
                </a:solidFill>
                <a:latin typeface="Bebas Neue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205979"/>
            <a:ext cx="5836920" cy="4388644"/>
          </a:xfrm>
        </p:spPr>
        <p:txBody>
          <a:bodyPr vert="eaVert"/>
          <a:lstStyle>
            <a:lvl1pPr marL="0" indent="0">
              <a:spcBef>
                <a:spcPts val="1200"/>
              </a:spcBef>
              <a:spcAft>
                <a:spcPts val="1200"/>
              </a:spcAft>
              <a:buNone/>
              <a:defRPr sz="1800">
                <a:solidFill>
                  <a:srgbClr val="4285F4"/>
                </a:solidFill>
                <a:latin typeface="IBM Plex Mono"/>
              </a:defRPr>
            </a:lvl1pPr>
            <a:lvl2pPr marL="228600" indent="-228600">
              <a:buFont typeface="Arial"/>
              <a:buChar char="•"/>
              <a:defRPr sz="1600">
                <a:solidFill>
                  <a:srgbClr val="000000"/>
                </a:solidFill>
                <a:latin typeface="Nunito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Logo" descr="Logo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63840" y="4614672"/>
            <a:ext cx="1005840" cy="32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