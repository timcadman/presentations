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360" y="1024128"/>
            <a:ext cx="7955279" cy="2103120"/>
          </a:xfrm>
        </p:spPr>
        <p:txBody>
          <a:bodyPr anchor="t"/>
          <a:lstStyle>
            <a:lvl1pPr algn="l">
              <a:defRPr sz="55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300"/>
              </a:spcBef>
              <a:buNone/>
              <a:defRPr sz="25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"/>
          <p:cNvSpPr/>
          <p:nvPr/>
        </p:nvSpPr>
        <p:spPr>
          <a:xfrm>
            <a:off x="640080" y="868680"/>
            <a:ext cx="64008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148840"/>
            <a:ext cx="786384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"/>
          <p:cNvSpPr/>
          <p:nvPr/>
        </p:nvSpPr>
        <p:spPr>
          <a:xfrm>
            <a:off x="640080" y="548640"/>
            <a:ext cx="27432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0" y="822960"/>
            <a:ext cx="438912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type="pic"/>
          </p:nvPr>
        </p:nvSpPr>
        <p:spPr>
          <a:xfrm>
            <a:off x="0" y="0"/>
            <a:ext cx="3657600" cy="51435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06240" y="2148840"/>
            <a:ext cx="438912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420624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148840"/>
            <a:ext cx="3840480" cy="228600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type="pic"/>
          </p:nvPr>
        </p:nvSpPr>
        <p:spPr>
          <a:xfrm>
            <a:off x="4754880" y="2148840"/>
            <a:ext cx="3840480" cy="228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Accent"/>
          <p:cNvSpPr/>
          <p:nvPr/>
        </p:nvSpPr>
        <p:spPr>
          <a:xfrm>
            <a:off x="640080" y="548640"/>
            <a:ext cx="27432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457200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type="pic"/>
          </p:nvPr>
        </p:nvSpPr>
        <p:spPr>
          <a:xfrm>
            <a:off x="5486400" y="0"/>
            <a:ext cx="3657600" cy="5143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2148840"/>
            <a:ext cx="457200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662748"/>
            <a:ext cx="914400" cy="29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0080" y="2148840"/>
            <a:ext cx="3840480" cy="2286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54880" y="2148840"/>
            <a:ext cx="3840480" cy="228600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" descr="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55280" y="4662748"/>
            <a:ext cx="914400" cy="29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4"/>
    <p:sldLayoutId id="2147483653" r:id="rId5"/>
    <p:sldLayoutId id="2147483654" r:id="rId6"/>
    <p:sldLayoutId id="2147483656" r:id="rId8"/>
    <p:sldLayoutId id="2147483657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