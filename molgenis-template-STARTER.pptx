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/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1024128"/>
            <a:ext cx="7955279" cy="2103120"/>
          </a:xfrm>
        </p:spPr>
        <p:txBody>
          <a:bodyPr anchor="t"/>
          <a:lstStyle>
            <a:lvl1pPr algn="l">
              <a:defRPr sz="55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300"/>
              </a:spcBef>
              <a:buNone/>
              <a:defRPr sz="25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640080" y="868680"/>
            <a:ext cx="64008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148840"/>
            <a:ext cx="7863840" cy="2194560"/>
          </a:xfrm>
        </p:spPr>
        <p:txBody>
          <a:bodyPr/>
          <a:lstStyle>
            <a:lvl1pPr marL="228600" indent="-228600">
              <a:spcAft>
                <a:spcPts val="500"/>
              </a:spcAft>
              <a:buFont typeface="Arial"/>
              <a:buChar char="•"/>
              <a:defRPr sz="18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"/>
          <p:cNvSpPr/>
          <p:nvPr/>
        </p:nvSpPr>
        <p:spPr>
          <a:xfrm>
            <a:off x="640080" y="548640"/>
            <a:ext cx="27432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822960"/>
            <a:ext cx="438912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type="pic"/>
          </p:nvPr>
        </p:nvSpPr>
        <p:spPr>
          <a:xfrm>
            <a:off x="0" y="0"/>
            <a:ext cx="3657600" cy="51435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6240" y="2148840"/>
            <a:ext cx="4389120" cy="2194560"/>
          </a:xfrm>
        </p:spPr>
        <p:txBody>
          <a:bodyPr/>
          <a:lstStyle>
            <a:lvl1pPr marL="228600" indent="-228600">
              <a:spcAft>
                <a:spcPts val="5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420624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8840"/>
            <a:ext cx="3840480" cy="2286000"/>
          </a:xfrm>
        </p:spPr>
        <p:txBody>
          <a:bodyPr anchor="b"/>
          <a:lstStyle>
            <a:lvl1pPr marL="228600" indent="-228600">
              <a:spcAft>
                <a:spcPts val="5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type="pic"/>
          </p:nvPr>
        </p:nvSpPr>
        <p:spPr>
          <a:xfrm>
            <a:off x="4754880" y="2148840"/>
            <a:ext cx="3840480" cy="22860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ccent"/>
          <p:cNvSpPr/>
          <p:nvPr/>
        </p:nvSpPr>
        <p:spPr>
          <a:xfrm>
            <a:off x="640080" y="548640"/>
            <a:ext cx="27432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457200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type="pic"/>
          </p:nvPr>
        </p:nvSpPr>
        <p:spPr>
          <a:xfrm>
            <a:off x="5486400" y="0"/>
            <a:ext cx="3657600" cy="51435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148840"/>
            <a:ext cx="4572000" cy="2194560"/>
          </a:xfrm>
        </p:spPr>
        <p:txBody>
          <a:bodyPr/>
          <a:lstStyle>
            <a:lvl1pPr marL="228600" indent="-228600">
              <a:spcAft>
                <a:spcPts val="5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Logo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62748"/>
            <a:ext cx="914400" cy="29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22960"/>
            <a:ext cx="7863840" cy="1280160"/>
          </a:xfrm>
        </p:spPr>
        <p:txBody>
          <a:bodyPr anchor="t"/>
          <a:lstStyle>
            <a:lvl1pPr algn="l">
              <a:buNone/>
              <a:defRPr sz="4000">
                <a:solidFill>
                  <a:srgbClr val="4285F4"/>
                </a:solidFill>
                <a:latin typeface="Bebas Neue"/>
              </a:defRPr>
            </a:lvl1pPr>
            <a:lvl2pPr algn="l">
              <a:spcBef>
                <a:spcPts val="400"/>
              </a:spcBef>
              <a:buNone/>
              <a:defRPr sz="1800">
                <a:solidFill>
                  <a:srgbClr val="4285F4"/>
                </a:solidFill>
                <a:latin typeface="IBM Plex Mono"/>
              </a:defRPr>
            </a:lvl2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0080" y="2148840"/>
            <a:ext cx="3840480" cy="2286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54880" y="2148840"/>
            <a:ext cx="3840480" cy="2286000"/>
          </a:xfrm>
        </p:spPr>
        <p:txBody>
          <a:bodyPr/>
          <a:lstStyle>
            <a:lvl1pPr marL="228600" indent="-228600">
              <a:spcAft>
                <a:spcPts val="500"/>
              </a:spcAft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1pPr>
            <a:lvl2pPr marL="685800" indent="-228600">
              <a:buFont typeface="Arial"/>
              <a:buChar char="•"/>
              <a:defRPr sz="14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ccent"/>
          <p:cNvSpPr/>
          <p:nvPr/>
        </p:nvSpPr>
        <p:spPr>
          <a:xfrm>
            <a:off x="640080" y="548640"/>
            <a:ext cx="256032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5280" y="4662748"/>
            <a:ext cx="914400" cy="29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3" r:id="rId5"/>
    <p:sldLayoutId id="2147483654" r:id="rId6"/>
    <p:sldLayoutId id="2147483656" r:id="rId8"/>
    <p:sldLayoutId id="2147483657" r:id="rId9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